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briefly. Frame the exercise: the LA gave us anonymised records for vulnerable children and wants evidence-based insight into the CIN population, especially what separates a single episode from a repeated pattern, and how that changes with age. Keep this to 20-30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so the panel knows the shape of the talk: population first, then the core comparison the LA asked for, then age, then what we'd want next. Move fast here - 15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audience in the domain language before the data: CIN sits below statutory Child Protection. Make clear the two questions the LA specifically asked us to answer - this is the spine of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data quality before showing results - it builds credibility. The three unpopulated fields and the exclusion-flag inconsistency are things you'd flag to a real client, not hide. This also previews the limitations slide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on the full population before narrowing to CIN. Note the smaller 16-17 bucket now so it's not a surprise later when age-band comparisons get noisier at that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introduce the two groups the LA specifically asked about. Emphasise these are the two ends of a spectrum - most CIN children are in the middle (2-2 episodes) and aren't part of either comparison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hypothesis, not a conclusion yet: is a single episode a one-off crisis that got resolved, or is 3+ episodes a different kind of case entirely? The next few slides are the evidence for that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slide. Walk top to bottom: housing benefit and FSM are proxies for household economic hardship; school absence is the first behavioural/attendance signal. Note the bottom five indicators are rare in this data and not statistically significant - be honest about that rather than over-claiming. If asked why Fisher's exact test rather than chi-square: some indicators are very rare (under 1% of children), and chi-square's approximation is unreliable with small counts - Fisher's exact test is accurate regardless of how rare the indicator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anyone who wants the precise numbers and significance tests behind the chart - Fisher's exact test on each indicator. Don't dwell here if time is short; offer to come back to it in discussion. If asked: Fisher's exact test checks whether two group's proportions differ more than we'd expect by chance - same idea as chi-square, just more reliable when counts are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single-indicator comparisons to a cumulative view: it's not just that any one indicator is more common, it's that they co-occur more in the 3+ group. This is the household-level-disadvantage argument, which sets up the recommendations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age section - this is the LA's second explicit question. The 0-4 vs 5-10 contrast is the standout finding: young children's cases resolve more often, recurrence builds through primary and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point: it's not just that gaps exist, it's that they widen with age - especially absence and being absent in the last 3 terms, which nearly triple between 5-10 and 16-17. This is the strongest 'age matters' evidence in the deck and a good moment to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- if the panel only remembers four things, this is them. Say each one in a single sentence and move on; the detail was already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for credibility in a data science interview: show you know the difference between correlation and causation, and that you'd push back on data quality rather than presenting flawed fields as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question 3a from the brief directly. Pick 1-2 of these to elaborate on live rather than reading all nine - e.g. explain why timing/sequencing data (referral and step-down dates) would let us finally test cause vs.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question 3b from the brief. These questions are chosen to test our main hypotheses against the manager's frontline knowledge - e.g. question 1 directly probes whether 'repeat episode' means a new problem or an old one resurfacing, which we couldn't tell from the data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actionable substance rather than just findings - this is what separates a data analysis from a set of recommendations a Local Authority can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discussion and questions. Have the Python script open in case they want to see methodology detail (e.g. which statistical test was used, how age bands were chosen).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FINANCE DIGITAL LABS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2E8B8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solidFill>
            <a:srgbClr val="E07A5F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Child in Need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(CIN) Population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of vulnerability, repeat episodes, and age patterns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UK Local Authority Children's Services department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146304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Social Finance  •  Monday 27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children in this dataset, and how many experience a Child in Need episode?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episode vs. three or more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200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children with a single CIN episode differ from those with repeated episodes?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differences show up the same way across early years, primary, secondary and post-16?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937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limits &amp; next steps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303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sharpen this analysis further — and what should we ask the LA?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the Local Authority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Services already has an intuitive, frontline sense of how vulnerable children behave. This analysis is about turning that intuition into empirical, fact-based evidence — so the Local Authority can act earlier and more precisely to support this population.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846320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874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CIN EPISODE?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269480" y="219456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'Child in Need' (CIN) episode is a period during which Children's Services has formally determined a child is acutely vulnerable and requires action — short of statutory child protection.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3520440"/>
            <a:ext cx="416052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WE FOCUS 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4023360"/>
            <a:ext cx="4160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a child with exactly 1 CIN episode from one with 3+ episodes?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those distinctions change with the child's age?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Local Authority, 74,247 children, 28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74,247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 dataset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child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606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≥1 CIN episode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2396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61120" y="2606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missing records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DATA QUALITY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DWP, AdultOffender and NEET are 0 for every one of the 74,247 children — these fields appear unpopulated rather than genuinely absent, and are excluded from our conclusions.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"Exclusion" (ever excluded) doesn't fully nest inside "Fixed-period exclusion" as expected — 2,520 children have a fixed-period exclusion flag but no exclusion flag. Worth clarifying the field definitions with the LA.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a point-in-time snapshot with no dates — we can describe association, not sequence or causality.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POPULATION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broad population, spanning every age from birth to 17</a:t>
            </a:r>
            <a:endParaRPr lang="en-US" sz="3000" dirty="0"/>
          </a:p>
        </p:txBody>
      </p:sp>
      <p:pic>
        <p:nvPicPr>
          <p:cNvPr id="4" name="Image 0" descr="charts/01_ag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58952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60020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SHAPE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148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rise through early childhood, peak around age 13-14, then fall off sharply after 16 as young people age out of children's services.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our later age-based comparisons: the 16-17 group is naturally the smallest, so small differences there carry more statistical noise.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POPULATION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CIN children have 1–2 episodes — a minority recur often</a:t>
            </a:r>
            <a:endParaRPr lang="en-US" sz="3000" dirty="0"/>
          </a:p>
        </p:txBody>
      </p:sp>
      <p:pic>
        <p:nvPicPr>
          <p:cNvPr id="4" name="Image 0" descr="charts/02_cin_episod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58952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60020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219456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5,455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exactly 1 episode
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7,428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3+ episodes — our two comparison groups for the rest of this deck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ONE EPISODE VS. THREE OR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groups, one underlying question: single crisis, or a pattern?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8C90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1 episode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5,455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who needed formal support once, and did not re-enter the CIN process again — potentially a single, resolved crisis.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011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or more episodes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7,428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611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who has repeatedly re-entered the CIN process — suggesting recurring or entrenched need rather than a one-off event.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ONE EPISODE VS. THREE OR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Repeat-episode children show more associated indicators across the board</a:t>
            </a:r>
            <a:endParaRPr lang="en-US" sz="3000" dirty="0"/>
          </a:p>
        </p:txBody>
      </p:sp>
      <p:pic>
        <p:nvPicPr>
          <p:cNvPr id="4" name="Image 0" descr="charts/03_risk_facto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417320"/>
            <a:ext cx="690372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+15.5pp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benefit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+13.6pp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school meals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+8.2pp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absence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5486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differences shown are statistically significant (Fisher's exact test, p&lt;0.01) except the bottom five indicators on the chart.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ONE EPISODE VS. THREE OR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gaps behind the chart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920240"/>
                <a:gridCol w="1920240"/>
                <a:gridCol w="14630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episode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episodes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Carer on housing 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+15.5pp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school meals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+13.6pp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absence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Fixed-period exclusion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+4.3pp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in last 3 terms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Attends Pupil Referral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educational needs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exclusion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is an offender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excluded from school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9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 (n.s.)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 = not statistically significant at the 5% level. Test: Fisher's exact test (chosen over chi-square because several indicators are rare, and chi-square's approximation is unreliable with small counts).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ONE EPISODE VS. THREE OR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episodes rarely arrive alone — indicators tend to stack</a:t>
            </a:r>
            <a:endParaRPr lang="en-US" sz="3000" dirty="0"/>
          </a:p>
        </p:txBody>
      </p:sp>
      <p:pic>
        <p:nvPicPr>
          <p:cNvPr id="4" name="Image 0" descr="charts/06_cumulative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72084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6459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965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1.8×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63840" y="2697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co-occurring indicators, on average, for children with 3+ CIN episodes (1.11) vs. exactly 1 (0.63). This is a descriptive count, not a validated risk score.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794760"/>
            <a:ext cx="356616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0233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thinking of repeat CIN involvement less as an isolated event and more as one marker within a wider cluster of household-level disadvantage.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ROLE OF 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Under-5s rarely recur; primary-age children make up the bulk of repeats</a:t>
            </a:r>
            <a:endParaRPr lang="en-US" sz="3000" dirty="0"/>
          </a:p>
        </p:txBody>
      </p:sp>
      <p:pic>
        <p:nvPicPr>
          <p:cNvPr id="4" name="Image 0" descr="charts/04_age_profile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2237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600200"/>
            <a:ext cx="3840480" cy="397764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83880" y="21488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single-episode group is aged 0-4, vs. only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3+ episode group.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young children's CIN involvement looks more likely to resolve after one episode. Recurrence is concentrated in primary-school age (42% of the 3+ group is aged 5-10) and continues into secondary school.
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 is 9.2 (1 episode) vs. 9.9 (3+ episodes) — a small but statistically significant gap (p&lt;0.001).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ROLE OF 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size of the gap itself changes with age</a:t>
            </a:r>
            <a:endParaRPr lang="en-US" sz="3000" dirty="0"/>
          </a:p>
        </p:txBody>
      </p:sp>
      <p:pic>
        <p:nvPicPr>
          <p:cNvPr id="4" name="Image 0" descr="charts/05_age_breakdown_small_multi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932688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we'd want the Local Authority to take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need clusters with disadvantage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benefit, free school meals and school absence are the strongest markers separating single-episode from repeat-episode children.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3774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rarely come alone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3+ episodes carry 1.8× as many co-occurring indicators — repeat CIN involvement is a signal of wider household pressure, not an isolated issue.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changes the story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Under-5s look more likely to resolve after one episode; recurrence is concentrated in primary and secondary years.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gaps widen with age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5303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absence-related gap between groups grows sharply through the teenage years — a plausible window for earlier intervention.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can’t tell us —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" cy="8686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timing information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tell whether indicators (e.g. absence) preceded or followed a CIN episode — so we can describe association, not cause and effect.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34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Unpopulated fields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2186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DWP, AdultOffender and NEET carry no signal in this extract and were excluded rather than reported as “0% prevalence.”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54864" cy="8686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or geographic detail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43159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gender, ethnicity, ward or deprivation data, which limits any equity or targeting analysis.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54864" cy="8686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Local Authority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54132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reflect one LA's population, thresholds and recording practices — they may not generalise elsewhere.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BEYOND THIS 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datasets we'd want, given no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referral history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 / contact &amp; referral records, incl. reason for referral and step-up/step-down dates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Protection Plan history (starts, ends, categories)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worker / caseload continuity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mental health, substance misuse &amp; domestic abuse indicators (via multi-agency safeguarding data)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type, moves, and area deprivation (IMD) by ward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structure &amp; sibling CIN involvement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wider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contacts (A&amp;E, GP, health visitor)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attainment &amp; SEN provision detail, not just a flag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ethnicity &amp; gender for equity analysis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BEYOND THIS 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ask the Children Social Care Manager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case reopens, is that usually a new concern, or the same underlying issue resurfacing? Is that distinction currently recorded?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3347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working definition of when an episode “ends” — and a target time before a case should be considered for step-down?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50215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repeat episodes reflect families known to be higher-need from the outset, or does something change mid-way through casework?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3708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thresholds currently move a case from CIN into statutory Child Protection — and how many of our 3+ group have crossed that line?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23951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known capacity or caseload pressures around specific ages (e.g. transition to secondary school) that could shape the patterns we're seeing?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practical next steps for the Local Authority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084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housing benefit / FSM / attendance signal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factors show the widest gaps between single- and repeat-episode children — a natural starting point for an early-warning indicator.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6393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early support on primary-age children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is heaviest in the 5-10 age band; the 0-4 group's episodes look more likely to resolve without repeat involvement.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51937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data recording before building on it further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54480" y="56235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exclusion-flag inconsistency and confirm why DWP/AdultOffender/NEET are unpopulated, so future analysis — including any predictive model — rests on reliable fields.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E8B8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discussing this with the Social Finance team.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full analysis output accompany this deck.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Child in Need (CIN) Population</dc:title>
  <dc:subject>Social Finance Digital Labs - Data Analyst Case Study</dc:subject>
  <dc:creator>Bekir Onal</dc:creator>
  <cp:lastModifiedBy>Bekir Onal</cp:lastModifiedBy>
  <cp:revision>1</cp:revision>
  <dcterms:created xsi:type="dcterms:W3CDTF">2026-07-25T19:19:33Z</dcterms:created>
  <dcterms:modified xsi:type="dcterms:W3CDTF">2026-07-25T19:19:34Z</dcterms:modified>
</cp:coreProperties>
</file>